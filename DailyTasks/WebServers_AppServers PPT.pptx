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337" r:id="rId6"/>
    <p:sldId id="260" r:id="rId7"/>
    <p:sldId id="338" r:id="rId8"/>
    <p:sldId id="339" r:id="rId9"/>
    <p:sldId id="261" r:id="rId10"/>
    <p:sldId id="262" r:id="rId11"/>
    <p:sldId id="263" r:id="rId12"/>
    <p:sldId id="264" r:id="rId13"/>
    <p:sldId id="341" r:id="rId14"/>
    <p:sldId id="342" r:id="rId15"/>
    <p:sldId id="343" r:id="rId16"/>
    <p:sldId id="265" r:id="rId17"/>
    <p:sldId id="266" r:id="rId18"/>
    <p:sldId id="34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94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91177-B4C8-C08D-1D9D-5919174A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DCA92-F269-2F00-7111-84B990705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B2346-3B7D-9AEE-4288-9460BEF21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4E90D-D211-35E9-1CAE-86046A60A2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17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5310C-DD4F-DB2C-D0D4-40D5FE8D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1ECFF-F332-FDEB-C27F-7764EEAA4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16EF7-29CA-3B9F-9DB8-DA09A4659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880A4-FABF-B6D9-807B-E06B9B75A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27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DFB0D-6C94-84DF-E63A-50CC9B9A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11E9C1-5644-6F2E-4EEF-4A66C3C7C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B08C2-D3D6-DD80-EBF5-681E6F049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A28ED-D398-D0E2-1CFD-6869F4A1C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00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F57B3-8AB0-91D8-F015-8F88ED95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E430B-CA49-727C-B5E2-5A4A50DF3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0BFB7-3D15-FA2F-EE3F-846245847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9E107-F5A2-B610-1D77-BAC305E01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98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E0023-6C1E-F18D-0018-2C99C180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59E94-CA65-E3DD-1454-F87DA764C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5DF70-FEE0-9129-1B17-512954B8D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4CCB2-5257-2EEE-F0FA-A535ACFF6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6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EC910-91AD-813E-EE0E-4C2CA047E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0C82C-1512-4085-D392-8B185D782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0FAD3-7372-010A-8DAD-046E837D9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D2F75-7F5E-BCF6-5874-F6F007D9ED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27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53364-6020-4D72-7891-617ECF81C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86A0D-C81F-D7AB-092A-5C7E950AD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25729-B20D-824C-0431-26C4D26D8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4BE3E-A587-D32A-E28D-E7D93746B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65754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85800" y="6400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 &amp;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implementation of Apache, Nginx,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 &amp; HAProxy on AWS EC2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2084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Apache HTTP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0" y="1755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Nginx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2414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Apache Tomcat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20840" y="30723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HAProxy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3891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– Divya Erupaka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covered in this presentation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572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38328" y="149047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1325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HTTP Server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1737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run on port 81 · Deploy index.html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320040" y="2423160"/>
            <a:ext cx="4572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338328" y="267919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" y="2514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Web Server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" y="29260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run on port 82 · Deploy index.html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4572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338328" y="386791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" y="3703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" y="41148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 port 8082 · Deploy sample app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23444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4754880" y="1234440"/>
            <a:ext cx="4572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4773168" y="149047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85232" y="1325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Service File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85232" y="1737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systemd .service file for Tomcat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42316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4754880" y="2423160"/>
            <a:ext cx="4572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4773168" y="267919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85232" y="2514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Proxy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85232" y="29260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configure &amp; test load balancing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61188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4754880" y="3611880"/>
            <a:ext cx="4572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4773168" y="386791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85232" y="3703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85232" y="41148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&amp; key takeaways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Apache HTTP Server (Port 81)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Apache and customize port from 80 → 81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73152" cy="118872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Apache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733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 install httpd -y installs the Apache HTTP server package on Amazon Linux 2023.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73152" cy="118872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75488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Default 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0449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/etc/httpd/conf/httpd.conf — change Listen 80 to Listen 81 to serve on custom port.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0C0C0C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280160"/>
            <a:ext cx="4114800" cy="2560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663440" y="38587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5D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status httpd — Apache active on port 81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Deploy index.html on Apache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 custom web page from /var/www/html/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73152" cy="118872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index.html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733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custom HTML file at /var/www/html/index.html — Apache's default document root for serving static content.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73152" cy="118872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75488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via Browser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0449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http://&lt;public-ip&gt;:81 in a browser. Apache access logs at /var/log/httpd/access_log confirm HTTP 200 requests.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0C0C0C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280160"/>
            <a:ext cx="4114800" cy="2560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663440" y="38587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5D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access_log confirming GET / HTTP 200 responses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0A73-4DC8-CBC3-ED87-010263669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966E7BA-015F-1543-80BA-FBB6B2339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073" y="1233001"/>
            <a:ext cx="4626610" cy="21762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1706B5-1757-925D-BED0-9794E0AB1A07}"/>
              </a:ext>
            </a:extLst>
          </p:cNvPr>
          <p:cNvSpPr txBox="1"/>
          <p:nvPr/>
        </p:nvSpPr>
        <p:spPr>
          <a:xfrm>
            <a:off x="1127970" y="3599469"/>
            <a:ext cx="6081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tx1"/>
                </a:solidFill>
              </a:rPr>
              <a:t xml:space="preserve">changed the httpd port to 81 </a:t>
            </a:r>
            <a:r>
              <a:rPr lang="en-CA" b="1" dirty="0">
                <a:solidFill>
                  <a:schemeClr val="tx1"/>
                </a:solidFill>
              </a:rPr>
              <a:t>in /</a:t>
            </a:r>
            <a:r>
              <a:rPr lang="en-CA" b="1" dirty="0" err="1">
                <a:solidFill>
                  <a:schemeClr val="tx1"/>
                </a:solidFill>
              </a:rPr>
              <a:t>etc</a:t>
            </a:r>
            <a:r>
              <a:rPr lang="en-CA" b="1" dirty="0">
                <a:solidFill>
                  <a:schemeClr val="tx1"/>
                </a:solidFill>
              </a:rPr>
              <a:t>/httpd/conf/</a:t>
            </a:r>
            <a:r>
              <a:rPr lang="en-CA" b="1" dirty="0" err="1">
                <a:solidFill>
                  <a:schemeClr val="tx1"/>
                </a:solidFill>
              </a:rPr>
              <a:t>httpd.conf</a:t>
            </a:r>
            <a:br>
              <a:rPr lang="en-CA" b="1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 xml:space="preserve">Default log file location for Apache HTTPD is </a:t>
            </a:r>
            <a:r>
              <a:rPr lang="en-CA" b="1" dirty="0">
                <a:solidFill>
                  <a:schemeClr val="tx1"/>
                </a:solidFill>
              </a:rPr>
              <a:t>/var/log/httpd/</a:t>
            </a:r>
            <a:r>
              <a:rPr lang="en-CA" b="1" dirty="0" err="1">
                <a:solidFill>
                  <a:schemeClr val="tx1"/>
                </a:solidFill>
              </a:rPr>
              <a:t>access_log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D01E317-5A51-670C-A32A-C335BF38AB4B}"/>
              </a:ext>
            </a:extLst>
          </p:cNvPr>
          <p:cNvSpPr/>
          <p:nvPr/>
        </p:nvSpPr>
        <p:spPr>
          <a:xfrm>
            <a:off x="0" y="-508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5E950E1-EAF9-476C-7042-345FDBBA7E86}"/>
              </a:ext>
            </a:extLst>
          </p:cNvPr>
          <p:cNvSpPr/>
          <p:nvPr/>
        </p:nvSpPr>
        <p:spPr>
          <a:xfrm>
            <a:off x="250612" y="36575"/>
            <a:ext cx="8710507" cy="904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HTTPD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– Deploy index.html </a:t>
            </a:r>
            <a:endParaRPr lang="en-US" sz="14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8B5A29B-0900-512D-3A55-FC53777EB811}"/>
              </a:ext>
            </a:extLst>
          </p:cNvPr>
          <p:cNvSpPr/>
          <p:nvPr/>
        </p:nvSpPr>
        <p:spPr>
          <a:xfrm>
            <a:off x="0" y="987551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6098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3 &amp; 4 – Nginx Web Server (Port 82)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Nginx, configure port 82, deploy index.html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73152" cy="1188720"/>
          </a:xfrm>
          <a:prstGeom prst="rect">
            <a:avLst/>
          </a:prstGeom>
          <a:solidFill>
            <a:srgbClr val="00C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Configure Nginx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733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 install nginx -y installs Nginx. Edit /etc/nginx/nginx.conf to change listen 80 → listen 82. Open port 82 in AWS Security Group inbound rules.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73152" cy="1188720"/>
          </a:xfrm>
          <a:prstGeom prst="rect">
            <a:avLst/>
          </a:prstGeom>
          <a:solidFill>
            <a:srgbClr val="00C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75488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Verify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0449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index.html in /usr/share/nginx/html/ (default root). Restart nginx with systemctl restart nginx. Browse to http://&lt;ip&gt;:82 to confirm the page is served.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F1F8F4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CBBD36B-A17D-A8A8-E369-A679C089B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3090333"/>
            <a:ext cx="4160520" cy="16374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64F56FF-26FA-E521-E462-D19ED82F5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316736"/>
            <a:ext cx="4137660" cy="16374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8AB4-EBD1-39BE-D6E0-7C0A34BB6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34DF34-A3A4-4D74-BC52-4C78BEB319B2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D2A5DBC-0C47-2889-F0EC-06B24A829173}"/>
              </a:ext>
            </a:extLst>
          </p:cNvPr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4AE1B2-0568-FBD9-5F06-0E1AA3615571}"/>
              </a:ext>
            </a:extLst>
          </p:cNvPr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3 &amp; 4 – Nginx Web Server (Port 82)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834A91-74E5-DA35-F456-73D16B2BF1A6}"/>
              </a:ext>
            </a:extLst>
          </p:cNvPr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Nginx, configure port 82, deploy index.html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CB5560C-E5D5-2D19-3D38-AE0A07B4CF6D}"/>
              </a:ext>
            </a:extLst>
          </p:cNvPr>
          <p:cNvSpPr/>
          <p:nvPr/>
        </p:nvSpPr>
        <p:spPr>
          <a:xfrm>
            <a:off x="186267" y="1316736"/>
            <a:ext cx="4206240" cy="3566160"/>
          </a:xfrm>
          <a:prstGeom prst="rect">
            <a:avLst/>
          </a:prstGeom>
          <a:solidFill>
            <a:srgbClr val="F1F8F4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E795DAB4-A32B-FB5C-9819-D59FE01FFC79}"/>
              </a:ext>
            </a:extLst>
          </p:cNvPr>
          <p:cNvSpPr/>
          <p:nvPr/>
        </p:nvSpPr>
        <p:spPr>
          <a:xfrm>
            <a:off x="4572000" y="1353312"/>
            <a:ext cx="4206240" cy="3566160"/>
          </a:xfrm>
          <a:prstGeom prst="rect">
            <a:avLst/>
          </a:prstGeom>
          <a:solidFill>
            <a:srgbClr val="F1F8F4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53D1B5-E426-4F7D-6867-A83C48D90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94" y="1335024"/>
            <a:ext cx="4187613" cy="35295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4A369F2-98E8-159F-8029-5C988F3B3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627" y="3300645"/>
            <a:ext cx="4187613" cy="15639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532F244-5BDA-D711-3221-6233A9BC9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627" y="1316736"/>
            <a:ext cx="4187613" cy="189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96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F540-4314-F3A6-B306-E3B1E7567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B5C41F-4782-2FAD-FCB4-F2CE7DE0B43F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09CE8F-48C2-54AC-0215-88436997DD90}"/>
              </a:ext>
            </a:extLst>
          </p:cNvPr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280B38-B143-7D29-DF7E-A2BB49B31D86}"/>
              </a:ext>
            </a:extLst>
          </p:cNvPr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3 &amp; 4 – Nginx Web Server (Port 82)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BA42AB-A25D-5AA0-72EF-1A38C9EC2EBB}"/>
              </a:ext>
            </a:extLst>
          </p:cNvPr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Nginx, configure port 82, deploy index.html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99C92AE-A324-8817-8FC4-6D9D85BAC244}"/>
              </a:ext>
            </a:extLst>
          </p:cNvPr>
          <p:cNvSpPr/>
          <p:nvPr/>
        </p:nvSpPr>
        <p:spPr>
          <a:xfrm>
            <a:off x="186267" y="1316736"/>
            <a:ext cx="4206240" cy="3566160"/>
          </a:xfrm>
          <a:prstGeom prst="rect">
            <a:avLst/>
          </a:prstGeom>
          <a:solidFill>
            <a:srgbClr val="F1F8F4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7E52990-8BD0-E920-CA75-84A6D00821CE}"/>
              </a:ext>
            </a:extLst>
          </p:cNvPr>
          <p:cNvSpPr/>
          <p:nvPr/>
        </p:nvSpPr>
        <p:spPr>
          <a:xfrm>
            <a:off x="4572000" y="1353312"/>
            <a:ext cx="4206240" cy="3566160"/>
          </a:xfrm>
          <a:prstGeom prst="rect">
            <a:avLst/>
          </a:prstGeom>
          <a:solidFill>
            <a:srgbClr val="F1F8F4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1DAD8-36D6-0794-9BAD-290CCCC52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850" y="1926590"/>
            <a:ext cx="4075430" cy="29563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34086-6754-BCF3-992A-222D93E64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850" y="1408176"/>
            <a:ext cx="3924300" cy="463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1ED88F-749F-F18E-F3F2-DC446DA98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267" y="1314027"/>
            <a:ext cx="4324773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97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– Apache Tomcat on Port 8082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application server for deploying .war apps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73152" cy="1188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Tomcat 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733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 install tomcat10 -y installs Tomcat with all required dependencies including Java runtime. systemctl start/enable tomcat10 starts the service.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73152" cy="1188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75488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to Port 8082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0449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$CATALINA_HOME/conf/server.xml — change Connector port="8080" to port="8082". Open port 8082 in EC2 Security Group.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0C0C0C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4663440" y="38587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5D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10 installed &amp; active — systemctl status tomcat10</a:t>
            </a:r>
            <a:endParaRPr lang="en-US" sz="9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280160"/>
            <a:ext cx="4114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– Deploy Sample App on Tomcat Webapps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.war file into webapps directory to deploy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73152" cy="1188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webapps/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733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your sample .war or exploded app directory into $CATALINA_HOME/webapps/. Tomcat auto-deploys the application on restart.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73152" cy="1188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75488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Browser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0449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to http://&lt;ip&gt;:8082/ — the Apache Tomcat 10 welcome page confirms a successful installation and deployment.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F1F8F4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48822A8A-4AD6-4DF9-6C6F-7FA433F1F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2" y="1271016"/>
            <a:ext cx="4114798" cy="1714500"/>
          </a:xfrm>
          <a:prstGeom prst="rect">
            <a:avLst/>
          </a:prstGeom>
        </p:spPr>
      </p:pic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2779654E-F91D-F573-CBD2-F4F2CF4CC4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2" y="3086100"/>
            <a:ext cx="4114798" cy="16620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– Create tomcat.service for systemd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Tomcat as a managed Linux service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251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251960" cy="384048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29768" y="1289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File Location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70992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/etc/systemd/system/tomcat.service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Unit, Service &amp; Install sections for systemd.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251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251960" cy="384048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864608" y="1289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Directives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70992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ExecStart — path to catalina.sh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User/Group — tomcat service account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Restart=on-failure for auto recovery.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251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251960" cy="384048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29768" y="2980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&amp; Start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340156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daemon-reload reloads unit files.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enable tomcat makes it start at boot.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start tomcat launches the service.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251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251960" cy="384048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864608" y="2980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Status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340156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status tomcat confirms Active: active (running).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available via journalctl -u tomcat.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– Configure HA Proxy Load Balancer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traffic across multiple backend servers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73152" cy="11887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Configure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733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 install haproxy -y. Edit /etc/haproxy/haproxy.cfg — define frontend listening on port 80 and backend pointing to Server-1 and Server-2 private IPs.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73152" cy="11887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75488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&amp; Test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0449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enable/start haproxy activates the service. Browse to HAProxy server's public IP:80 — it round-robins requests to Server-1 and Server-2.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0C0C0C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280160"/>
            <a:ext cx="4114800" cy="2560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663440" y="38587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5D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active — enabled &amp; load-balancing confirmed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D22DF-70DC-97E9-0890-0EEE9824D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A4E5E0-0A69-29F3-3CB0-3F2BCAAD2A6F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2BC6E4-44BF-EC72-4604-3741E5349BA5}"/>
              </a:ext>
            </a:extLst>
          </p:cNvPr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7433CBE-3622-F185-8FF0-19F7783D33B3}"/>
              </a:ext>
            </a:extLst>
          </p:cNvPr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– Configure HA Proxy Load Balancer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015A8C-B111-B7CA-1F7A-B25D5DE20EF3}"/>
              </a:ext>
            </a:extLst>
          </p:cNvPr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Server 1 --- HTTPD Service Configuration and add </a:t>
            </a:r>
            <a:r>
              <a:rPr lang="en-US" sz="1300" dirty="0" err="1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</a:t>
            </a: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IP to /</a:t>
            </a:r>
            <a:r>
              <a:rPr lang="en-US" sz="1300" dirty="0" err="1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/hosts</a:t>
            </a:r>
            <a:endParaRPr lang="en-US" sz="13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CE815461-3D7C-E2F8-7DB2-2EE464B57E20}"/>
              </a:ext>
            </a:extLst>
          </p:cNvPr>
          <p:cNvSpPr/>
          <p:nvPr/>
        </p:nvSpPr>
        <p:spPr>
          <a:xfrm>
            <a:off x="213360" y="1234440"/>
            <a:ext cx="4206240" cy="3566160"/>
          </a:xfrm>
          <a:prstGeom prst="rect">
            <a:avLst/>
          </a:prstGeom>
          <a:solidFill>
            <a:srgbClr val="F1F8F4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36D37C5F-9102-8943-A3A8-F0DA05DAFA5B}"/>
              </a:ext>
            </a:extLst>
          </p:cNvPr>
          <p:cNvSpPr/>
          <p:nvPr/>
        </p:nvSpPr>
        <p:spPr>
          <a:xfrm>
            <a:off x="4572000" y="1234440"/>
            <a:ext cx="4206240" cy="3566160"/>
          </a:xfrm>
          <a:prstGeom prst="rect">
            <a:avLst/>
          </a:prstGeom>
          <a:solidFill>
            <a:srgbClr val="F1F8F4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3352753-E8D6-F76C-E5ED-C099DADB9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34440"/>
            <a:ext cx="4206240" cy="18880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70E6B93-F84F-65F7-C640-72086A3B3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" y="1234440"/>
            <a:ext cx="4206240" cy="363016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BF3758C-5D81-40F2-0878-58739E839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183467"/>
            <a:ext cx="4206240" cy="161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19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52894-4123-4E1C-DBAC-54F4F6615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09A11D-6984-BEAF-40E3-27C179A18118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EE3D87E-F974-CC24-C3F4-569FF4B76A25}"/>
              </a:ext>
            </a:extLst>
          </p:cNvPr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469A93-E2FF-B6D9-2DDB-3BFA1C11BFBE}"/>
              </a:ext>
            </a:extLst>
          </p:cNvPr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– Configure HA Proxy Load Balancer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625963-B7EC-02A4-7631-1A8C3EC617F4}"/>
              </a:ext>
            </a:extLst>
          </p:cNvPr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Server 2 --- Nginx Service Configuration and add </a:t>
            </a:r>
            <a:r>
              <a:rPr lang="en-US" sz="1300" dirty="0" err="1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</a:t>
            </a: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IP to /</a:t>
            </a:r>
            <a:r>
              <a:rPr lang="en-US" sz="1300" dirty="0" err="1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/hosts</a:t>
            </a:r>
            <a:endParaRPr lang="en-US" sz="13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7367283A-A98F-A64E-4C7B-B444DA393D25}"/>
              </a:ext>
            </a:extLst>
          </p:cNvPr>
          <p:cNvSpPr/>
          <p:nvPr/>
        </p:nvSpPr>
        <p:spPr>
          <a:xfrm>
            <a:off x="213360" y="1234440"/>
            <a:ext cx="4206240" cy="3566160"/>
          </a:xfrm>
          <a:prstGeom prst="rect">
            <a:avLst/>
          </a:prstGeom>
          <a:solidFill>
            <a:srgbClr val="F1F8F4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61EF38A9-9D43-B4D0-D130-43277B623761}"/>
              </a:ext>
            </a:extLst>
          </p:cNvPr>
          <p:cNvSpPr/>
          <p:nvPr/>
        </p:nvSpPr>
        <p:spPr>
          <a:xfrm>
            <a:off x="4572000" y="1234440"/>
            <a:ext cx="4206240" cy="3566160"/>
          </a:xfrm>
          <a:prstGeom prst="rect">
            <a:avLst/>
          </a:prstGeom>
          <a:solidFill>
            <a:srgbClr val="F1F8F4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4D907-AE21-8920-159C-0C1A26539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1272962"/>
            <a:ext cx="4206240" cy="3461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EA3036-D577-BDFF-FDD4-780360E00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933" y="1277535"/>
            <a:ext cx="4189307" cy="844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9145D1-6000-1F0F-AD5D-2FA5D141F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933" y="2336440"/>
            <a:ext cx="4206240" cy="224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80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A31D-DEE6-589F-0996-2F8615ED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280F11-FA81-A5F7-2091-40565B5F03A5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9B7779-A195-30C8-FADF-B590157546A8}"/>
              </a:ext>
            </a:extLst>
          </p:cNvPr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234E74-F475-C1A8-3C97-5703523B0E85}"/>
              </a:ext>
            </a:extLst>
          </p:cNvPr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– Configure HA Proxy Load Balancer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783D06-031A-D019-60F8-FA834466ED88}"/>
              </a:ext>
            </a:extLst>
          </p:cNvPr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HA Proxy Server --- </a:t>
            </a:r>
            <a:r>
              <a:rPr lang="en-US" sz="1300" dirty="0" err="1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</a:t>
            </a: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Service Configuration and add server1 and server2 IP to /</a:t>
            </a:r>
            <a:r>
              <a:rPr lang="en-US" sz="1300" dirty="0" err="1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/hosts</a:t>
            </a:r>
            <a:endParaRPr lang="en-US" sz="13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A6B07003-F533-DB90-00D3-5A6DC86AC9D0}"/>
              </a:ext>
            </a:extLst>
          </p:cNvPr>
          <p:cNvSpPr/>
          <p:nvPr/>
        </p:nvSpPr>
        <p:spPr>
          <a:xfrm>
            <a:off x="213360" y="1234440"/>
            <a:ext cx="4206240" cy="3566160"/>
          </a:xfrm>
          <a:prstGeom prst="rect">
            <a:avLst/>
          </a:prstGeom>
          <a:solidFill>
            <a:srgbClr val="F1F8F4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F19665F5-DD61-C6D0-9F21-DDE4A5A608DC}"/>
              </a:ext>
            </a:extLst>
          </p:cNvPr>
          <p:cNvSpPr/>
          <p:nvPr/>
        </p:nvSpPr>
        <p:spPr>
          <a:xfrm>
            <a:off x="4572000" y="1234440"/>
            <a:ext cx="4206240" cy="3566160"/>
          </a:xfrm>
          <a:prstGeom prst="rect">
            <a:avLst/>
          </a:prstGeom>
          <a:solidFill>
            <a:srgbClr val="F1F8F4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BA8458-1D51-BD53-77F3-7D86A983B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14" y="1234441"/>
            <a:ext cx="4206240" cy="3566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0012C8-F8BE-FB51-B7BA-8963B8D48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933" y="1271418"/>
            <a:ext cx="4114800" cy="977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ECF2B1-C768-C29D-C73A-93438170C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260092"/>
            <a:ext cx="4206240" cy="252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78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services fit together on AWS EC2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1371600" cy="822960"/>
          </a:xfrm>
          <a:prstGeom prst="rect">
            <a:avLst/>
          </a:prstGeom>
          <a:solidFill>
            <a:srgbClr val="607D8B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65760" y="23591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24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2286000"/>
            <a:ext cx="2011680" cy="822960"/>
          </a:xfrm>
          <a:prstGeom prst="rect">
            <a:avLst/>
          </a:prstGeom>
          <a:solidFill>
            <a:srgbClr val="E74C3C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194560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724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 |  Load Balancer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2011680" cy="822960"/>
          </a:xfrm>
          <a:prstGeom prst="rect">
            <a:avLst/>
          </a:prstGeom>
          <a:solidFill>
            <a:srgbClr val="1B3A2D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75488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719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81  |  Web Server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286000"/>
            <a:ext cx="2011680" cy="822960"/>
          </a:xfrm>
          <a:prstGeom prst="rect">
            <a:avLst/>
          </a:prstGeom>
          <a:solidFill>
            <a:srgbClr val="00CC66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754880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724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82  |  Web Server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2011680" cy="822960"/>
          </a:xfrm>
          <a:prstGeom prst="rect">
            <a:avLst/>
          </a:prstGeom>
          <a:solidFill>
            <a:srgbClr val="F5A623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475488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730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8082  |  App Server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49440" y="2286000"/>
            <a:ext cx="1828800" cy="822960"/>
          </a:xfrm>
          <a:prstGeom prst="rect">
            <a:avLst/>
          </a:prstGeom>
          <a:solidFill>
            <a:srgbClr val="4AAA70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7040880" y="23591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27249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|  Security Groups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45920" y="2697480"/>
            <a:ext cx="45720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4114800" y="2697480"/>
            <a:ext cx="54864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4114800" y="2697480"/>
            <a:ext cx="54864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6675120" y="2697480"/>
            <a:ext cx="27432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8229600" cy="749808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4864" cy="749808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22960" y="121615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Apache &amp; Nginx: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21615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serve static content; port customization requires config file edits and firewall/SG rule updates.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039112"/>
            <a:ext cx="8229600" cy="749808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85800" y="2039112"/>
            <a:ext cx="54864" cy="749808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822960" y="21122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Apache Tomcat: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112264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Java-based app server; .war deployment via webapps/ directory; port changed in server.xml.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935224"/>
            <a:ext cx="8229600" cy="749808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85800" y="2935224"/>
            <a:ext cx="54864" cy="749808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822960" y="300837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systemd Service: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3008376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.service files enable auto-start, process supervision, and easy log access via journalctl.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8229600" cy="749808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85800" y="3831336"/>
            <a:ext cx="54864" cy="749808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822960" y="39044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HA Proxy: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904488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4/7 load balancer; configured via haproxy.cfg; distributes HTTP traffic across backend servers.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8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performed on AWS EC2 — Amazon Linux 2023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84A49-B16B-506C-FEE4-1F153830C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8B24B7-815B-2B9C-A1D0-E66811892795}"/>
              </a:ext>
            </a:extLst>
          </p:cNvPr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3ABB11A-7AE9-1693-F5BF-14DD9DF48DA4}"/>
              </a:ext>
            </a:extLst>
          </p:cNvPr>
          <p:cNvSpPr/>
          <p:nvPr/>
        </p:nvSpPr>
        <p:spPr>
          <a:xfrm>
            <a:off x="477520" y="0"/>
            <a:ext cx="8666480" cy="514350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4DFF40-8BE2-F2DF-835A-0A8E209CD395}"/>
              </a:ext>
            </a:extLst>
          </p:cNvPr>
          <p:cNvSpPr txBox="1"/>
          <p:nvPr/>
        </p:nvSpPr>
        <p:spPr>
          <a:xfrm>
            <a:off x="2363892" y="1987550"/>
            <a:ext cx="42468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600" dirty="0">
                <a:solidFill>
                  <a:schemeClr val="bg2"/>
                </a:solidFill>
              </a:rPr>
              <a:t>THANK</a:t>
            </a:r>
            <a:r>
              <a:rPr lang="en-CA" sz="6600" dirty="0"/>
              <a:t xml:space="preserve"> </a:t>
            </a:r>
            <a:r>
              <a:rPr lang="en-CA" sz="6600" dirty="0">
                <a:solidFill>
                  <a:schemeClr val="bg2"/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4029448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D4D3A"/>
      </a:dk2>
      <a:lt2>
        <a:srgbClr val="E7E6E6"/>
      </a:lt2>
      <a:accent1>
        <a:srgbClr val="2E8B57"/>
      </a:accent1>
      <a:accent2>
        <a:srgbClr val="ED7D31"/>
      </a:accent2>
      <a:accent3>
        <a:srgbClr val="A5A5A5"/>
      </a:accent3>
      <a:accent4>
        <a:srgbClr val="FFC000"/>
      </a:accent4>
      <a:accent5>
        <a:srgbClr val="3AA870"/>
      </a:accent5>
      <a:accent6>
        <a:srgbClr val="70AD47"/>
      </a:accent6>
      <a:hlink>
        <a:srgbClr val="1A7A45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12A1C"/>
      </a:dk2>
      <a:lt2>
        <a:srgbClr val="E8E8E8"/>
      </a:lt2>
      <a:accent1>
        <a:srgbClr val="1A7A45"/>
      </a:accent1>
      <a:accent2>
        <a:srgbClr val="E97132"/>
      </a:accent2>
      <a:accent3>
        <a:srgbClr val="196B24"/>
      </a:accent3>
      <a:accent4>
        <a:srgbClr val="2AAA60"/>
      </a:accent4>
      <a:accent5>
        <a:srgbClr val="A02B93"/>
      </a:accent5>
      <a:accent6>
        <a:srgbClr val="4EA72E"/>
      </a:accent6>
      <a:hlink>
        <a:srgbClr val="2E7A50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</TotalTime>
  <Words>1051</Words>
  <Application>Microsoft Office PowerPoint</Application>
  <PresentationFormat>On-screen Show (16:9)</PresentationFormat>
  <Paragraphs>140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Servers &amp; App Servers – Daily Tasks</dc:title>
  <dc:subject>PptxGenJS Presentation</dc:subject>
  <dc:creator>DevOps Engineer</dc:creator>
  <cp:lastModifiedBy>Erupaka, Sai Charan Reddy</cp:lastModifiedBy>
  <cp:revision>14</cp:revision>
  <dcterms:created xsi:type="dcterms:W3CDTF">2026-05-13T08:42:34Z</dcterms:created>
  <dcterms:modified xsi:type="dcterms:W3CDTF">2026-05-13T10:35:17Z</dcterms:modified>
</cp:coreProperties>
</file>